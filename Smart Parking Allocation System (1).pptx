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85094"/>
            <a:ext cx="116014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Smart Parking </a:t>
            </a:r>
            <a:r>
              <a:rPr b="1" i="0" lang="en-US" sz="6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Allocation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25561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DRIVEN BY GREEDY ALGORITHMS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06330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urban logistics and reducing congestion through real-time, proximity-based resource management.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57150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595437" y="895350"/>
            <a:ext cx="900112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809750" y="1724025"/>
            <a:ext cx="85725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Urban centers face a parking crisis, with drivers spending an average of 15 minutes per trip cruising for spots. Our system leverages </a:t>
            </a:r>
            <a:r>
              <a:rPr b="0" i="0" lang="en-US" sz="18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Greedy Allocation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provide immediate, high-efficiency solutions.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3162300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30%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305300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TRAFFIC CONGESTION ORIGIN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381750" y="24193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Cruising for Parking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81750" y="26384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30% of downtown traffic is composed of drivers searching for vacant spaces. This leads to massive economic leakage and environmental damage.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15125" y="38385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177k Liters of fuel burned annually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15125" y="43338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730 Tons of CO2 emissions generated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15125" y="48291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Significant driver stress &amp; urban decay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Urban Crisis by Numbers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38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333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8291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4816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Projected Market Size (USD Billions) | 20.3% CAGR (2026-2035)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571500"/>
            <a:ext cx="1140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Smart Parking Market Growth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81225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81225"/>
            <a:ext cx="3492549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962025" y="3228975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IoT Sensor Nodes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62025" y="364807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Ground-mounted magnetometers and ultrasonic sensors detect vehicle occupancy in real-time with 99% accuracy.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740324" y="3228975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Edge Computing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740324" y="3648075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LoRa gateways process raw data locally to reduce latency before syncing with the central cloud engine.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518624" y="3228975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User Interface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18624" y="3648075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 mobile dashboard providing turn-by-turn guidance to the greedily allocated optimal spot.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6098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Infrastructure Architecture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2187"/>
            <a:ext cx="52387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62187"/>
            <a:ext cx="52387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962025" y="2652712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Closest Distance (Min-Heap)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3071812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system maintains a Priority Queue of all vacant spots. When a request arrives, the algorithm greedily pops the spot with the absolute minimum distance from the entry gate.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62025" y="448151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Benefit: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Immediate user satisfaction and reduced interior lot cruising.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772275" y="2652712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Best Fit (Space Utility)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72275" y="3071812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Categorizes spots (Small, Medium, Large). For an incoming vehicle, the engine greedily selects the smallest possible fit to preserve larger slots for SUVs or EVs.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72275" y="448151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Benefit: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Optimized spatial utilization and zero footprint wastage.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Greedy Strategy Logic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55564"/>
            <a:ext cx="5238750" cy="4432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665089"/>
            <a:ext cx="5219700" cy="441364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904875" y="2271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1: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Sensor detects vacating vehicle and updates Cloud Database in &lt; 500ms.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04875" y="30718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2: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Incoming driver request is matched against the Min-Heap.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04875" y="38719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3: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Greedy choice identifies the "Best Neighbor" slot.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04875" y="46720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Step 4: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GPS guidance locks the reservation and directs the driver.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Real-Time Allocation Flow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71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718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71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720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55768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Greedy approach delivers an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85% reduction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 search time compared to traditional manual cruising.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Optimization Performance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0362"/>
            <a:ext cx="49530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86212"/>
            <a:ext cx="49530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072062"/>
            <a:ext cx="49530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62000" y="1119187"/>
            <a:ext cx="50006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Implementation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1119187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0050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Managed by dedicated technical leads, the rollout involves 3 major phases of infrastructure deployment.</a:t>
            </a:r>
            <a:endParaRPr/>
          </a:p>
        </p:txBody>
      </p:sp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71525" y="3100387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Phase 1: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Sensor Grid Installation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71525" y="4186237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Phase 2: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Algorithmic Calibration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71525" y="5272087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Phase 3: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City-wide App Launch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295275" y="232320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Beyond Greedy: AI Prediction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2286000" y="3247132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While Greedy provides immediate results, the next evolution integrates </a:t>
            </a:r>
            <a:r>
              <a:rPr b="0" i="0" lang="en-US" sz="18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Reinforcement Learning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predict demand 60 minutes in advance, enabling predictive traffic rerouting.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